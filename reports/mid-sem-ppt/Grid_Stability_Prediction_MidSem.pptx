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Grid Stability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Mid-Semester Progress Report (EE Minor Project)</a:t>
            </a:r>
          </a:p>
          <a:p/>
          <a:p>
            <a:r>
              <a:t>Prepared by:</a:t>
            </a:r>
          </a:p>
          <a:p>
            <a:r>
              <a:t>Sanskar Gupta (Roll No: 23117091)</a:t>
            </a:r>
          </a:p>
          <a:p>
            <a:r>
              <a:t>[Placeholder Teammate]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Power grids must maintain stability after disturbances (faults, outages).</a:t>
            </a:r>
          </a:p>
          <a:p>
            <a:pPr/>
            <a:r>
              <a:t>Traditional time-domain simulations are highly accurate but computationally expensive.</a:t>
            </a:r>
          </a:p>
          <a:p>
            <a:pPr/>
            <a:r>
              <a:t>Goal: Predict whether the system will remain stable or go unstable using ML models, drastically reducing assessment time.</a:t>
            </a:r>
          </a:p>
          <a:p>
            <a:pPr/>
            <a:r>
              <a:t>Central Research Question: Can a model generalize to unseen fault conditions?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&amp;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Test System: IEEE 39-bus New England system (Standard benchmark).</a:t>
            </a:r>
          </a:p>
          <a:p>
            <a:pPr/>
            <a:r>
              <a:t>Simulation Engine: ANDES (Open-source, Python-based power system simulator).</a:t>
            </a:r>
          </a:p>
          <a:p>
            <a:pPr/>
            <a:r>
              <a:t>ML Pipeline: Scikit-Learn + XGBoost for baseline modeling.</a:t>
            </a:r>
          </a:p>
          <a:p>
            <a:pPr/>
            <a:r>
              <a:t>Pipeline Architecture:</a:t>
            </a:r>
          </a:p>
          <a:p>
            <a:pPr lvl="1"/>
            <a:r>
              <a:t>Config Generator → ANDES Simulation Harness → Feature Extraction → Stability Labeling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Recent work frames Transient Stability Assessment (TSA) as a binary classification problem based on post-fault trajectories.</a:t>
            </a:r>
          </a:p>
          <a:p>
            <a:pPr/>
            <a:r>
              <a:t>Deep Learning (CNNs/RNNs) extracts spatio-temporal features, while Ensemble methods (XGBoost) are popular for tabular feature robustness.</a:t>
            </a:r>
          </a:p>
          <a:p>
            <a:pPr/>
            <a:r>
              <a:t>Standard Stability Criteria: The maximum relative rotor angle deviation between generators exceeding 180 degrees indicates instability.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Space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 evaluate our generalization research question, we programmatically generated a diverse dataset.</a:t>
            </a:r>
          </a:p>
          <a:p>
            <a:pPr/>
            <a:r>
              <a:t>Load Scaling: 80% to 120% of nominal.</a:t>
            </a:r>
          </a:p>
          <a:p>
            <a:pPr/>
            <a:r>
              <a:t>Fault Buses: Selected diverse locations (Buses 2, 16, 26, 29, 39).</a:t>
            </a:r>
          </a:p>
          <a:p>
            <a:pPr/>
            <a:r>
              <a:t>Clearing Times: 0.05s to 0.30s.</a:t>
            </a:r>
          </a:p>
          <a:p>
            <a:pPr/>
            <a:r>
              <a:t>Contingencies: Selective N-1 transmission line outages.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Generation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450 scenarios simulated in parallel using multi-processing.</a:t>
            </a:r>
          </a:p>
          <a:p>
            <a:pPr/>
            <a:r>
              <a:t>Runtime: ~5 minutes for full dataset generation.</a:t>
            </a:r>
          </a:p>
          <a:p>
            <a:pPr/>
            <a:r>
              <a:t>Class Balance:</a:t>
            </a:r>
          </a:p>
          <a:p>
            <a:pPr lvl="1"/>
            <a:r>
              <a:t>308 Stable cases (1)</a:t>
            </a:r>
          </a:p>
          <a:p>
            <a:pPr lvl="1"/>
            <a:r>
              <a:t>142 Unstable cases (0)</a:t>
            </a:r>
          </a:p>
          <a:p>
            <a:pPr/>
            <a:r>
              <a:t>Achieved a realistic 2:1 imbalance, providing an excellent foundation for ML training.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EDA: Stability vs Clearing Time</a:t>
            </a:r>
          </a:p>
        </p:txBody>
      </p:sp>
      <p:pic>
        <p:nvPicPr>
          <p:cNvPr id="3" name="Picture 2" descr="stability_vs_clearing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Physical intuition validated: Longer fault clearing times severely increase the probability of system instability.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EDA: Feature Distributions</a:t>
            </a:r>
          </a:p>
        </p:txBody>
      </p:sp>
      <p:pic>
        <p:nvPicPr>
          <p:cNvPr id="3" name="Picture 2" descr="feature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Unstable scenarios correspond heavily with deeper minimum system voltages during the transient window.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Minor Project (This Semester):</a:t>
            </a:r>
          </a:p>
          <a:p>
            <a:pPr lvl="1"/>
            <a:r>
              <a:t>Train baseline models (XGBoost, Random Forest).</a:t>
            </a:r>
          </a:p>
          <a:p>
            <a:pPr lvl="1"/>
            <a:r>
              <a:t>Execute the core generalization experiments on held-out conditions.</a:t>
            </a:r>
          </a:p>
          <a:p>
            <a:pPr/>
            <a:r>
              <a:t>Major Project (Next Semester):</a:t>
            </a:r>
          </a:p>
          <a:p>
            <a:pPr lvl="1"/>
            <a:r>
              <a:t>Predict Critical Clearing Time (CCT) with regression.</a:t>
            </a:r>
          </a:p>
          <a:p>
            <a:pPr lvl="1"/>
            <a:r>
              <a:t>Apply SHAP explainability.</a:t>
            </a:r>
          </a:p>
          <a:p>
            <a:pPr lvl="1"/>
            <a:r>
              <a:t>Build the Streamlit interactive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